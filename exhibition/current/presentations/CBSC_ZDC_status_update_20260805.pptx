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is a progress update, not a validation claim. The headline is that energy reconstruction now exists and is quantified against a Geant4 control, and that the loss has moved a long way — but the classifier still separates the two generators easily.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caveat box matters: do not let anyone leave thinking AUROC fell from 0.999 to 0.873 as a single tracked quantity. Different split, different sample size, different evaluator.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lr3e4 (bottom left) holds the lowest loss at 4.5972, and lr1e4 (top right) has had by far the most epochs.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lr3e4 leads lr1e4 by 0.038. Run-to-run resolution is about 0.02, so the lead is real but no longer commanding — it was 0.105 two phases ago.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colleagues have never seen. Fast-MC showers now reconstruct energy, and the degradation against a Geant4 control run through the identical adapter is roughly a factor 1.6 to 2.5 depending on the observable.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curves improve with energy, as expected for a sampling calorimeter. Fast-MC tracks the shape but sits consistently above the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structured, energy-localised defect rather than global noise, and it is not being fixed by further optimization.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condition-only control at exactly 0.5 with p = 1.0 is the important sanity check. Also note the high-level GBM beats the low-level hybrid here, which says the remaining discrepancy lives in summary shower observables, not in fine per-cell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no energy window in which the generator becomes hard to distinguish. The discrepancy is present across the whole claim domain.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point for colleagues: optimization progress and distribution fidelity are decoupled here. A better loss has not bought a less detectable generator.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observables a reconstruction would actually use, so the offsets matter more than the aggregate loss.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pausing on: several observables have the right central value and the wrong spread, which is exactly what a classifier picks up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layer-0 undershoot is a real, visible, unresolved defect and worth raising explicitly — it is the clearest single structural discrepancy in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Useful for intuition. The Geant4 panel is visibly denser and brighter in the core than any of the five draws.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soften this slide. The honest position is that optimization has moved a long way and fidelity has not been demonstrated.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what would most likely move fidelity: the pilot bank is 4.3% of the corpus and has never been increased.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371600"/>
            <a:ext cx="4206240" cy="4206240"/>
          </a:xfrm>
          <a:prstGeom prst="ellipse">
            <a:avLst/>
          </a:prstGeom>
          <a:solidFill>
            <a:srgbClr val="2E4A6B"/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4663440"/>
            <a:ext cx="2377440" cy="2377440"/>
          </a:xfrm>
          <a:prstGeom prst="ellipse">
            <a:avLst/>
          </a:prstGeom>
          <a:solidFill>
            <a:srgbClr val="9B4F9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CBSC-ZDC Fast Monte Carlo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 — what has changed since the last review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3310128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generative shower model for the ZDC · 6,790 channels · 65 layers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4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August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806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and diagnostic evidence on a validation bank. Geant4 fidelity is NOT established.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420624"/>
          </a:xfrm>
          <a:prstGeom prst="ellipse">
            <a:avLst/>
          </a:prstGeom>
          <a:solidFill>
            <a:srgbClr val="9B4F9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78992" y="32918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Since you last saw this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78992" y="82296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the state you were shown. Right: today.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 ·  28 July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55080" y="12984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4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 ·  5 August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645920"/>
            <a:ext cx="11247120" cy="566928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459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trained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0" y="16459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06640" y="164592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212848"/>
            <a:ext cx="11247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21284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validation loss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0" y="221284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4.738041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06640" y="221284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4.597152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779776"/>
            <a:ext cx="11247120" cy="566928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77977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reconstruction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277977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measured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06640" y="277977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vs Geant4 control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346704"/>
            <a:ext cx="11247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3467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Per-epoch diagnostics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31920" y="334670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06640" y="334670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 events every epoch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3913632"/>
            <a:ext cx="11247120" cy="566928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91363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separability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31920" y="391363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0.99945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06640" y="391363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0.8727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" y="4480560"/>
            <a:ext cx="11247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448056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backend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931920" y="44805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AI, T4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06640" y="44805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DiCOS, RTX 4090 + 3090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2920" y="5248656"/>
            <a:ext cx="11247120" cy="786384"/>
          </a:xfrm>
          <a:prstGeom prst="roundRect">
            <a:avLst>
              <a:gd name="adj" fmla="val 5814"/>
            </a:avLst>
          </a:prstGeom>
          <a:solidFill>
            <a:srgbClr val="FBF3E4"/>
          </a:solidFill>
          <a:ln w="12700">
            <a:solidFill>
              <a:srgbClr val="FBF3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5321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4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AUROC numbers are not the same measurement. </a:t>
            </a:r>
            <a:pPr indent="0" marL="0">
              <a:buNone/>
            </a:pPr>
            <a:r>
              <a:rPr lang="en-US" sz="1150" dirty="0">
                <a:solidFill>
                  <a:srgbClr val="6E4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July: 40,000 test-split events, hybrid classifier, epoch-4 models. Today: 8,000 validation events, 3-seed ensemble, epoch-38 model. Read them as two studies that agree qualitatively — a classifier separates Fast-MC from Geant4 easily — not as a clean 0.999 → 0.873 delta.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02920" y="635508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 is the frozen weighted joint objective on the pilot validation split. Lower is better. Zero test events informed any training decision.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420624"/>
          </a:xfrm>
          <a:prstGeom prst="ellipse">
            <a:avLst/>
          </a:prstGeom>
          <a:solidFill>
            <a:srgbClr val="9B4F9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78992" y="32918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progress — all four calibrated families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78992" y="82296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epoch ever run. Solid = training, dashed = validation.</a:t>
            </a:r>
            <a:endParaRPr lang="en-US" sz="1300" dirty="0"/>
          </a:p>
        </p:txBody>
      </p:sp>
      <p:pic>
        <p:nvPicPr>
          <p:cNvPr id="6" name="Image 0" descr="C:\Users\Julia\Desktop\coding\ASIoP\Fast MC CBSC\exhibition\current\continuation\loss_all_families_every_epo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679" y="1207008"/>
            <a:ext cx="8695601" cy="4892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35508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× marks a quarantined QA failure. Families were continued to different depths on different GPUs, so the tails are not a like-for-like comparison.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420624"/>
          </a:xfrm>
          <a:prstGeom prst="ellipse">
            <a:avLst/>
          </a:prstGeom>
          <a:solidFill>
            <a:srgbClr val="9B4F9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78992" y="32918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Running-best loss — the four families side by side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78992" y="82296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the lowest accepted validation loss available by that epoch.</a:t>
            </a:r>
            <a:endParaRPr lang="en-US" sz="1300" dirty="0"/>
          </a:p>
        </p:txBody>
      </p:sp>
      <p:pic>
        <p:nvPicPr>
          <p:cNvPr id="6" name="Image 0" descr="C:\Users\Julia\Desktop\coding\ASIoP\Fast MC CBSC\exhibition\current\continuation\best_validation_loss_so_far_vs_epo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0327" y="1225296"/>
            <a:ext cx="7117443" cy="33101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4828032"/>
            <a:ext cx="2606040" cy="1207008"/>
          </a:xfrm>
          <a:prstGeom prst="roundRect">
            <a:avLst>
              <a:gd name="adj" fmla="val 454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" y="4946904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4.597152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658368" y="5522976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lr3e4 · epoch 22 · best overall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01568" y="4828032"/>
            <a:ext cx="2606040" cy="1207008"/>
          </a:xfrm>
          <a:prstGeom prst="roundRect">
            <a:avLst>
              <a:gd name="adj" fmla="val 454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11296" y="4946904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E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4.635220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3493008" y="5522976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lr1e4 · epoch 38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36208" y="4828032"/>
            <a:ext cx="2606040" cy="1207008"/>
          </a:xfrm>
          <a:prstGeom prst="roundRect">
            <a:avLst>
              <a:gd name="adj" fmla="val 454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45936" y="4946904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E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4.673036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6327648" y="5522976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lr1e4 half batch · epoch 21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070848" y="4828032"/>
            <a:ext cx="2560320" cy="1207008"/>
          </a:xfrm>
          <a:prstGeom prst="roundRect">
            <a:avLst>
              <a:gd name="adj" fmla="val 454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80576" y="4946904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B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4.843471</a:t>
            </a:r>
            <a:endParaRPr lang="en-US" sz="2700" dirty="0"/>
          </a:p>
        </p:txBody>
      </p:sp>
      <p:sp>
        <p:nvSpPr>
          <p:cNvPr id="18" name="Text 15"/>
          <p:cNvSpPr/>
          <p:nvPr/>
        </p:nvSpPr>
        <p:spPr>
          <a:xfrm>
            <a:off x="9162288" y="55229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lr3e5 · epoch 8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02920" y="635508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Quarantined observations stay in the full loss figure but never advance this best-so-far trace.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420624"/>
          </a:xfrm>
          <a:prstGeom prst="ellipse">
            <a:avLst/>
          </a:prstGeom>
          <a:solidFill>
            <a:srgbClr val="9B4F9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78992" y="32918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since last time: energy reconstruction, against a Geant4 control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78992" y="82296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frozen 6,790-channel readout adapter is run on both generators, so the Geant4 bar is the reference floor.</a:t>
            </a:r>
            <a:endParaRPr lang="en-US" sz="1300" dirty="0"/>
          </a:p>
        </p:txBody>
      </p:sp>
      <p:pic>
        <p:nvPicPr>
          <p:cNvPr id="6" name="Image 0" descr="C:\Users\Julia\Desktop\coding\ASIoP\Fast MC CBSC\exhibition\current\external_metrics\current_four_momentum_accura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243584"/>
            <a:ext cx="694944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12480" y="1371600"/>
            <a:ext cx="3291840" cy="1207008"/>
          </a:xfrm>
          <a:prstGeom prst="roundRect">
            <a:avLst>
              <a:gd name="adj" fmla="val 454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22208" y="1490472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9B4F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1.62×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8503920" y="206654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relative RMSE vs Geant4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412480" y="2743200"/>
            <a:ext cx="3291840" cy="1207008"/>
          </a:xfrm>
          <a:prstGeom prst="roundRect">
            <a:avLst>
              <a:gd name="adj" fmla="val 454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22208" y="2862072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9B4F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2.52×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8503920" y="343814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68% width vs Geant4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412480" y="4114800"/>
            <a:ext cx="3291840" cy="1207008"/>
          </a:xfrm>
          <a:prstGeom prst="roundRect">
            <a:avLst>
              <a:gd name="adj" fmla="val 454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22208" y="4233672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9B4F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1.92×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8503920" y="480974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median vs Geant4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412480" y="54406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Fast-MC mean energy response 0.9490 against the Geant4 control's 0.9941 — a −5.1% bias against −0.6%.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2920" y="635508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best checkpoint, lr1e4 epoch 38. Validation events only; zero test events. Descriptive downstream evaluation — it cannot select or tune the generator.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420624"/>
          </a:xfrm>
          <a:prstGeom prst="ellipse">
            <a:avLst/>
          </a:prstGeom>
          <a:solidFill>
            <a:srgbClr val="9B4F9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78992" y="32918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Reconstruction error against incident energy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78992" y="82296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to the Geant4 control is widest at low energy and narrows as the shower gets larger.</a:t>
            </a:r>
            <a:endParaRPr lang="en-US" sz="1300" dirty="0"/>
          </a:p>
        </p:txBody>
      </p:sp>
      <p:pic>
        <p:nvPicPr>
          <p:cNvPr id="6" name="Image 0" descr="C:\Users\Julia\Desktop\coding\ASIoP\Fast MC CBSC\exhibition\current\external_metrics\current_four_momentum_vs_ener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5773" y="1243584"/>
            <a:ext cx="7069975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71600" y="5138928"/>
            <a:ext cx="2926080" cy="1207008"/>
          </a:xfrm>
          <a:prstGeom prst="roundRect">
            <a:avLst>
              <a:gd name="adj" fmla="val 454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81328" y="52578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9B4F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0.399 → 0.195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463040" y="583387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Fast-MC energy RMSE, 50 → 250 GeV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17720" y="5138928"/>
            <a:ext cx="2926080" cy="1207008"/>
          </a:xfrm>
          <a:prstGeom prst="roundRect">
            <a:avLst>
              <a:gd name="adj" fmla="val 454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52578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0.280 → 0.137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4709160" y="583387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Geant4 control, same bins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863840" y="5138928"/>
            <a:ext cx="2926080" cy="1207008"/>
          </a:xfrm>
          <a:prstGeom prst="roundRect">
            <a:avLst>
              <a:gd name="adj" fmla="val 454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73568" y="52578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E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~500 events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7955280" y="583387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energy bin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420624"/>
          </a:xfrm>
          <a:prstGeom prst="ellipse">
            <a:avLst/>
          </a:prstGeom>
          <a:solidFill>
            <a:srgbClr val="9B4F9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78992" y="32918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bias resolved by incident energy, every epoch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78992" y="82296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Dotted red are the predeclared thresholds. Purple dashed marks a quarantined checkpoint.</a:t>
            </a:r>
            <a:endParaRPr lang="en-US" sz="1300" dirty="0"/>
          </a:p>
        </p:txBody>
      </p:sp>
      <p:pic>
        <p:nvPicPr>
          <p:cNvPr id="6" name="Image 0" descr="C:\Users\Julia\Desktop\coding\ASIoP\Fast MC CBSC\exhibition\current\diagnostics\energy_bins_vs_epo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2584"/>
            <a:ext cx="11338560" cy="40825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55321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100–125 GeV bin sits near +0.40 mean response bias for 25 consecutive epochs, far outside the ±0.05 band, and does not improve as the loss falls. Most other bins stay inside or near the band.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420624"/>
          </a:xfrm>
          <a:prstGeom prst="ellipse">
            <a:avLst/>
          </a:prstGeom>
          <a:solidFill>
            <a:srgbClr val="9B4F9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78992" y="32918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 classifier still tell the two generators apart?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78992" y="82296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and this is the single most important negative result in the project.</a:t>
            </a:r>
            <a:endParaRPr lang="en-US" sz="1300" dirty="0"/>
          </a:p>
        </p:txBody>
      </p:sp>
      <p:pic>
        <p:nvPicPr>
          <p:cNvPr id="6" name="Image 0" descr="C:\Users\Julia\Desktop\coding\ASIoP\Fast MC CBSC\exhibition\current\external_metrics\current_auroc_seed_spr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94892"/>
            <a:ext cx="6675120" cy="38567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52360" y="12984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4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epoch 38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452360" y="1645920"/>
            <a:ext cx="4297680" cy="713232"/>
          </a:xfrm>
          <a:prstGeom prst="roundRect">
            <a:avLst>
              <a:gd name="adj" fmla="val 641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98664" y="170078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hybrid, 3 seeds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0104120" y="1700784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B4F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0.8727 ± 0.0117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452360" y="2468880"/>
            <a:ext cx="4297680" cy="713232"/>
          </a:xfrm>
          <a:prstGeom prst="roundRect">
            <a:avLst>
              <a:gd name="adj" fmla="val 641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98664" y="252374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GBM control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0104120" y="2523744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0.9291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452360" y="3291840"/>
            <a:ext cx="4297680" cy="713232"/>
          </a:xfrm>
          <a:prstGeom prst="roundRect">
            <a:avLst>
              <a:gd name="adj" fmla="val 641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98664" y="334670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Condition-only control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0104120" y="3346704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0.5000  (p = 1.0)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452360" y="4206240"/>
            <a:ext cx="4297680" cy="960120"/>
          </a:xfrm>
          <a:prstGeom prst="roundRect">
            <a:avLst>
              <a:gd name="adj" fmla="val 4762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16952" y="4315968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C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acceptance gate is AUROC ≤ 0.65. No checkpoint the project has ever produced comes close.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02920" y="635508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condition-only control sits exactly at chance, so the separation comes from the calorimeter deposits and not from mismatched incident conditions.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420624"/>
          </a:xfrm>
          <a:prstGeom prst="ellipse">
            <a:avLst/>
          </a:prstGeom>
          <a:solidFill>
            <a:srgbClr val="9B4F9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78992" y="32918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Separability does not depend on incident energy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78992" y="82296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Monitoring-holdout AUROC per energy bin, accepted best checkpoint.</a:t>
            </a:r>
            <a:endParaRPr lang="en-US" sz="1300" dirty="0"/>
          </a:p>
        </p:txBody>
      </p:sp>
      <p:pic>
        <p:nvPicPr>
          <p:cNvPr id="6" name="Image 0" descr="C:\Users\Julia\Desktop\coding\ASIoP\Fast MC CBSC\exhibition\current\external_metrics\current_auroc_vs_ener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8489" y="1280160"/>
            <a:ext cx="7244542" cy="3794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463040" y="5230368"/>
            <a:ext cx="2926080" cy="1207008"/>
          </a:xfrm>
          <a:prstGeom prst="roundRect">
            <a:avLst>
              <a:gd name="adj" fmla="val 454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572768" y="534924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9B4F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 – 0.93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554480" y="59253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across every energy bin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17720" y="5230368"/>
            <a:ext cx="2926080" cy="1207008"/>
          </a:xfrm>
          <a:prstGeom prst="roundRect">
            <a:avLst>
              <a:gd name="adj" fmla="val 454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534924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C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0.65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4709160" y="59253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gate, never reached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772400" y="5230368"/>
            <a:ext cx="2926080" cy="1207008"/>
          </a:xfrm>
          <a:prstGeom prst="roundRect">
            <a:avLst>
              <a:gd name="adj" fmla="val 454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82128" y="534924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B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7863840" y="59253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chance, for reference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420624"/>
          </a:xfrm>
          <a:prstGeom prst="ellipse">
            <a:avLst/>
          </a:prstGeom>
          <a:solidFill>
            <a:srgbClr val="9B4F9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78992" y="32918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metrics across 25 consecutive epochs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78992" y="82296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 fixed validation events per epoch. Dotted red are predeclared thresholds.</a:t>
            </a:r>
            <a:endParaRPr lang="en-US" sz="1300" dirty="0"/>
          </a:p>
        </p:txBody>
      </p:sp>
      <p:pic>
        <p:nvPicPr>
          <p:cNvPr id="6" name="Image 0" descr="C:\Users\Julia\Desktop\coding\ASIoP\Fast MC CBSC\exhibition\current\diagnostics\headline_vs_epo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4091" y="1225296"/>
            <a:ext cx="8184778" cy="4297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562356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left is the whole fidelity story: AUROC moves between 0.77 and 0.92 over 25 epochs and never approaches the 0.65 gate, while the validation loss improves steadily. Bottom centre: Fast-MC emits roughly twice as many zero-response events as Geant4 throughout.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420624"/>
          </a:xfrm>
          <a:prstGeom prst="ellipse">
            <a:avLst/>
          </a:prstGeom>
          <a:solidFill>
            <a:srgbClr val="9B4F9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78992" y="32918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shower observables: means against Geant4, every epoch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78992" y="82296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is the Geant4 mean on the same fixed validation events; orange is Fast-MC.</a:t>
            </a:r>
            <a:endParaRPr lang="en-US" sz="1300" dirty="0"/>
          </a:p>
        </p:txBody>
      </p:sp>
      <p:pic>
        <p:nvPicPr>
          <p:cNvPr id="6" name="Image 0" descr="C:\Users\Julia\Desktop\coding\ASIoP\Fast MC CBSC\exhibition\current\diagnostics\feature_moments_vs_epo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448" y="1170432"/>
            <a:ext cx="7197343" cy="5074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1554480"/>
            <a:ext cx="32918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offsets, not noise.
</a:t>
            </a:r>
            <a:pPr indent="0" marL="0">
              <a:buNone/>
            </a:pPr>
            <a:r>
              <a:rPr lang="en-US" sz="12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response runs about 14% high.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Radial RMS is consistently too wide.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Leading-cell fraction is too low and ECAL fraction too high.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count and the two transverse centroids sit close to Geant4.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420624"/>
          </a:xfrm>
          <a:prstGeom prst="ellipse">
            <a:avLst/>
          </a:prstGeom>
          <a:solidFill>
            <a:srgbClr val="9B4F9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78992" y="32918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nine observables: spreads against Geant4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78992" y="82296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Event-to-event standard deviation. Getting the mean right is not the same as getting the width right.</a:t>
            </a:r>
            <a:endParaRPr lang="en-US" sz="1300" dirty="0"/>
          </a:p>
        </p:txBody>
      </p:sp>
      <p:pic>
        <p:nvPicPr>
          <p:cNvPr id="6" name="Image 0" descr="C:\Users\Julia\Desktop\coding\ASIoP\Fast MC CBSC\exhibition\current\diagnostics\feature_resolutions_vs_epo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448" y="1170432"/>
            <a:ext cx="7197343" cy="5074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1554480"/>
            <a:ext cx="32918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mean, wrong width.
</a:t>
            </a:r>
            <a:pPr indent="0" marL="0">
              <a:buNone/>
            </a:pPr>
            <a:r>
              <a:rPr lang="en-US" sz="12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Fast-MC over-disperses total response: about 5.1 against Geant4's 4.4.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under-disperses hit count and leading-cell fraction.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count is the clearest case - the mean matches on the previous slide, the width does not.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kind of mismatch a classifier exploits.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420624"/>
          </a:xfrm>
          <a:prstGeom prst="ellipse">
            <a:avLst/>
          </a:prstGeom>
          <a:solidFill>
            <a:srgbClr val="9B4F9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78992" y="32918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incident neutron, five stochastic Fast-MC showers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78992" y="82296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energy profile for one fixed validation condition, per family. The Geant4 reference is identical in every panel.</a:t>
            </a:r>
            <a:endParaRPr lang="en-US" sz="1300" dirty="0"/>
          </a:p>
        </p:txBody>
      </p:sp>
      <p:pic>
        <p:nvPicPr>
          <p:cNvPr id="6" name="Image 0" descr="C:\Users\Julia\Desktop\coding\ASIoP\Fast MC CBSC\exhibition\current\model\10_same_condition_longitudinal_profi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3502" y="1243584"/>
            <a:ext cx="8305956" cy="4846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35508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condition, illustrative rather than statistically representative. Note the ECAL layer-0 spike: Geant4 deposits ~10 GeV there and Fast-MC undershoots it by two orders of magnitude.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420624"/>
          </a:xfrm>
          <a:prstGeom prst="ellipse">
            <a:avLst/>
          </a:prstGeom>
          <a:solidFill>
            <a:srgbClr val="9B4F9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78992" y="32918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Geant4 shower and five Fast-MC draws, same four-momentum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78992" y="82296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accepted-loss family · epoch 22 · K_inc = 133 GeV · top 1,000 cells by deposited energy per panel.</a:t>
            </a:r>
            <a:endParaRPr lang="en-US" sz="1300" dirty="0"/>
          </a:p>
        </p:txBody>
      </p:sp>
      <p:pic>
        <p:nvPicPr>
          <p:cNvPr id="6" name="Image 0" descr="C:\Users\Julia\Desktop\coding\ASIoP\Fast MC CBSC\exhibition\current\model\12_same_condition_3d_energy_deposi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0167" y="1243584"/>
            <a:ext cx="8652627" cy="4846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35508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draws differ because the generator is stochastic. Plausible-looking events are not evidence of fidelity.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20624" cy="420624"/>
          </a:xfrm>
          <a:prstGeom prst="ellipse">
            <a:avLst/>
          </a:prstGeom>
          <a:solidFill>
            <a:srgbClr val="9B4F9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78992" y="32918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Fixed-condition validation distributions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78992" y="82296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Geant4 events against 250 conditional Fast-MC draws, best family, epoch 22.</a:t>
            </a:r>
            <a:endParaRPr lang="en-US" sz="1300" dirty="0"/>
          </a:p>
        </p:txBody>
      </p:sp>
      <p:pic>
        <p:nvPicPr>
          <p:cNvPr id="6" name="Image 0" descr="C:\Users\Julia\Desktop\coding\ASIoP\Fast MC CBSC\exhibition\current\model\11_best_model_sample_distribu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851" y="1243584"/>
            <a:ext cx="8052393" cy="4800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35508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response and radial RMS track well; positive-cell count and depth centroid show the largest residual disagreement.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evidence actually stands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5349240" cy="4206240"/>
          </a:xfrm>
          <a:prstGeom prst="roundRect">
            <a:avLst>
              <a:gd name="adj" fmla="val 1087"/>
            </a:avLst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361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ROOT conversion, frozen geometry and graph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FP32 GPU execution, checkpoint and recovery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structural-invariant failures in accepted runs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Short-horizon optimization improvement, four families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decoder: exact zeros, exact hit counts, exact layer budgets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Fixed-condition validation-only visual QA and a public site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309360" y="1325880"/>
            <a:ext cx="5349240" cy="4206240"/>
          </a:xfrm>
          <a:prstGeom prst="roundRect">
            <a:avLst>
              <a:gd name="adj" fmla="val 1087"/>
            </a:avLst>
          </a:prstGeom>
          <a:solidFill>
            <a:srgbClr val="3A2036"/>
          </a:solidFill>
          <a:ln w="12700">
            <a:solidFill>
              <a:srgbClr val="3A20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5361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established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201168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0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Geant4 fidelity — AUROC 0.77–0.92 at every epoch measured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0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Three-seed behaviour — not yet run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0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Untouched-test performance — the split stays sealed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0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reconstruction — first numbers exist, 1.6–2.5× the Geant4 control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0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and memorization acceptance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0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Fast-MC emits ~2× as many zero-response events as Geant4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5715000"/>
            <a:ext cx="11018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 and the distribution metrics disagree about which epoch is best. Checkpoint selection follows the validation loss, as declared, and does not switch to whichever metric flatters a run.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005840"/>
            <a:ext cx="3291840" cy="3291840"/>
          </a:xfrm>
          <a:prstGeom prst="ellipse">
            <a:avLst/>
          </a:prstGeom>
          <a:solidFill>
            <a:srgbClr val="2E4A6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right now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unattended campaign on two GPUs at Academia Sinica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112264"/>
            <a:ext cx="457200" cy="457200"/>
          </a:xfrm>
          <a:prstGeom prst="ellipse">
            <a:avLst/>
          </a:prstGeom>
          <a:solidFill>
            <a:srgbClr val="9B4F9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057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lr3e4, 20 more epochs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404872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epochs 23–42, resuming from the epoch-22 best. Epoch 23 came in at 4.600282.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3282696"/>
            <a:ext cx="457200" cy="457200"/>
          </a:xfrm>
          <a:prstGeom prst="ellipse">
            <a:avLst/>
          </a:prstGeom>
          <a:solidFill>
            <a:srgbClr val="9B4F9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3227832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Then, only if it plateaus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3575304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best epoch falls more than 6 behind the latest, the campaign advances to lr1e4 half batch, then lr3e5.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4453128"/>
            <a:ext cx="457200" cy="457200"/>
          </a:xfrm>
          <a:prstGeom prst="ellipse">
            <a:avLst/>
          </a:prstGeom>
          <a:solidFill>
            <a:srgbClr val="9B4F9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4398264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every epoch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4745736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GPU generates 4,000 validation events per checkpoint and records 348 metrics, namespaced per run.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" y="57150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B4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untested lever remains the training bank: every result here uses 26,624 events, which is 4.3% of the available training data.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CBSC-ZDC Fast MC — status update</dc:title>
  <dc:subject>PptxGenJS Presentation</dc:subject>
  <dc:creator>CBSC-ZDC</dc:creator>
  <cp:lastModifiedBy>CBSC-ZDC</cp:lastModifiedBy>
  <cp:revision>1</cp:revision>
  <dcterms:created xsi:type="dcterms:W3CDTF">2026-08-05T03:47:21Z</dcterms:created>
  <dcterms:modified xsi:type="dcterms:W3CDTF">2026-08-05T03:47:21Z</dcterms:modified>
</cp:coreProperties>
</file>